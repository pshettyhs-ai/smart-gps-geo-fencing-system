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o_build/Smart-GPS-Geofencing-System/images/project_set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219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955280" cy="6858000"/>
          </a:xfrm>
          <a:prstGeom prst="rect">
            <a:avLst/>
          </a:prstGeom>
          <a:solidFill>
            <a:srgbClr val="0F1D2B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GPS GEOFENCING 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34930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Entry / Exit SMS Alerts using Arduino Nano, NEO-6M GPS &amp; SIM800L GSM/GPRS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8368" y="4114800"/>
            <a:ext cx="1792224" cy="365760"/>
          </a:xfrm>
          <a:prstGeom prst="roundRect">
            <a:avLst>
              <a:gd name="adj" fmla="val 20000"/>
            </a:avLst>
          </a:prstGeom>
          <a:solidFill>
            <a:srgbClr val="16283B">
              <a:alpha val="95000"/>
            </a:srgbClr>
          </a:solidFill>
          <a:ln w="1397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14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96896" y="4114800"/>
            <a:ext cx="1975104" cy="365760"/>
          </a:xfrm>
          <a:prstGeom prst="roundRect">
            <a:avLst>
              <a:gd name="adj" fmla="val 20000"/>
            </a:avLst>
          </a:prstGeom>
          <a:solidFill>
            <a:srgbClr val="16283B">
              <a:alpha val="95000"/>
            </a:srgbClr>
          </a:solidFill>
          <a:ln w="13970">
            <a:solidFill>
              <a:srgbClr val="E651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96896" y="41148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18304" y="4114800"/>
            <a:ext cx="1243584" cy="365760"/>
          </a:xfrm>
          <a:prstGeom prst="roundRect">
            <a:avLst>
              <a:gd name="adj" fmla="val 20000"/>
            </a:avLst>
          </a:prstGeom>
          <a:solidFill>
            <a:srgbClr val="16283B">
              <a:alpha val="95000"/>
            </a:srgbClr>
          </a:solidFill>
          <a:ln w="13970">
            <a:solidFill>
              <a:srgbClr val="E651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18304" y="4114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08192" y="4114800"/>
            <a:ext cx="1975104" cy="365760"/>
          </a:xfrm>
          <a:prstGeom prst="roundRect">
            <a:avLst>
              <a:gd name="adj" fmla="val 20000"/>
            </a:avLst>
          </a:prstGeom>
          <a:solidFill>
            <a:srgbClr val="16283B">
              <a:alpha val="95000"/>
            </a:srgbClr>
          </a:solidFill>
          <a:ln w="1397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41148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GEOFENCE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8368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Pavan Shetty H 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8368" y="6199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Electronics &amp; Communication  •  AIT, Chikkamagaluru  •  Embedded Systems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Smart GPS Geofencing System?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virtual boundary drawn around a real location. This project pairs live GPS positioning with that boundary so that the moment a tracked device enters or exits it, an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sent automatically — with no smartphone app, server, or internet connection required on the tracked side.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613" y="3852733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124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computation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9959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the geofence boundary is computed on-device using the Haversine formula — no cloud round-trip.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61772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13" y="4721413"/>
            <a:ext cx="176662" cy="176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45811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SMS-only alerting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" y="48646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anywhere with 2G GSM coverage, even with zero mobile data or Wi-Fi.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5486400"/>
            <a:ext cx="384048" cy="38404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13" y="5590093"/>
            <a:ext cx="176662" cy="1766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5449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logic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05840" y="57332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SMS per genuine entry/exit event, not one per loop cycle.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589520" y="1280160"/>
            <a:ext cx="4023360" cy="5029200"/>
          </a:xfrm>
          <a:prstGeom prst="rect">
            <a:avLst>
              <a:gd name="adj" fmla="val 272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2651760"/>
            <a:ext cx="2834640" cy="2834640"/>
          </a:xfrm>
          <a:prstGeom prst="ellipse">
            <a:avLst/>
          </a:prstGeom>
          <a:solidFill>
            <a:srgbClr val="1565C0">
              <a:alpha val="10000"/>
            </a:srgbClr>
          </a:solidFill>
          <a:ln w="19050">
            <a:solidFill>
              <a:srgbClr val="1565C0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491472" y="3959352"/>
            <a:ext cx="219456" cy="21945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0" name="Text 15"/>
          <p:cNvSpPr/>
          <p:nvPr/>
        </p:nvSpPr>
        <p:spPr>
          <a:xfrm>
            <a:off x="8961120" y="42153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0515600" y="2468880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17"/>
          <p:cNvSpPr/>
          <p:nvPr/>
        </p:nvSpPr>
        <p:spPr>
          <a:xfrm>
            <a:off x="10104120" y="20116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281160" y="1508760"/>
            <a:ext cx="640080" cy="64008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982" y="168158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1812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Fix → Haversine Distance → Inside / Outside → SMS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FFEB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66183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7218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monitoring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1965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tracking methods are often slow to detect route deviations, unauthorized access, or unsafe movement.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566928" cy="566928"/>
          </a:xfrm>
          <a:prstGeom prst="ellipse">
            <a:avLst/>
          </a:prstGeom>
          <a:solidFill>
            <a:srgbClr val="ECEF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823119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33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safety gaps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98094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sensitive areas or vulnerable individuals (children, elderly) reliably and continuously is difficult with manual methods.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3984407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947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Costly, app-dependent alternatives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142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attendance hardware and app-based LBS platforms require recurring connectivity, servers, and cost that don't scale to low-budget or rural deployments.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92624"/>
            <a:ext cx="566928" cy="566928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5145695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956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offline-capable alerting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5303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geofencing solutions assume a smartphone app with internet access — unavailable in low-connectivity areas where only 2G GSM may reach.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74720" cy="4114800"/>
          </a:xfrm>
          <a:prstGeom prst="rect">
            <a:avLst>
              <a:gd name="adj" fmla="val 263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93615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 Application using IRNSS/NavIC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Prasadh — CONIT 2022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child-safety geofencing app on India's NavIC satellite system, alerting parents when a child leaves a defined zone.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508760"/>
            <a:ext cx="3474720" cy="4114800"/>
          </a:xfrm>
          <a:prstGeom prst="rect">
            <a:avLst>
              <a:gd name="adj" fmla="val 263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783080"/>
            <a:ext cx="566928" cy="566928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91" y="193615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Geofencing-Based Attendance System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Shinde — ICETET-SIP 2022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costly biometric attendance hardware with a phone-based geofence around the workplace for automatic check-in/out.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83880" y="1508760"/>
            <a:ext cx="3474720" cy="4114800"/>
          </a:xfrm>
          <a:prstGeom prst="rect">
            <a:avLst>
              <a:gd name="adj" fmla="val 263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783080"/>
            <a:ext cx="566928" cy="566928"/>
          </a:xfrm>
          <a:prstGeom prst="ellipse">
            <a:avLst/>
          </a:prstGeom>
          <a:solidFill>
            <a:srgbClr val="FFEB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271" y="1936151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Safety Using GPS and Geofencing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5820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S. Yamuna — ICSES 2024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5820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GPS tracking with safe-zone geofences to auto-notify emergency contacts when an at-risk user leaves a safe area.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differs by removing the app/cloud dependency entirely — alerts are delivered by SMS directly from the embedded device.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64792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91292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42316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" y="29260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acquire accurate live position from the NEO-6M module.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764792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191292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42316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45152" y="29260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 SMS the instant a geofence boundary is crossed.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75320" y="150876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31352" y="1764792"/>
            <a:ext cx="548640" cy="54864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5" y="191292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1352" y="242316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Boundary Detection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31352" y="29260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Haversine formula for true great-circle distance, not flat approximation.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06908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" y="4325112"/>
            <a:ext cx="548640" cy="54864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447324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" y="4983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Spam-Free Notifications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8952" y="54864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exactly one SMS per transition via state-change detection.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325112"/>
            <a:ext cx="548640" cy="548640"/>
          </a:xfrm>
          <a:prstGeom prst="ellipse">
            <a:avLst/>
          </a:prstGeom>
          <a:solidFill>
            <a:srgbClr val="FFEB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285" y="447324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983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45152" y="54864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handle GPS signal loss and GSM send failures.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75320" y="4069080"/>
            <a:ext cx="3657600" cy="2331720"/>
          </a:xfrm>
          <a:prstGeom prst="rect">
            <a:avLst>
              <a:gd name="adj" fmla="val 39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31352" y="4325112"/>
            <a:ext cx="548640" cy="54864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9485" y="447324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1352" y="4983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Indication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31352" y="54864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immediate visual/audible feedback via LEDs and a buzzer.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1746504"/>
            <a:ext cx="585216" cy="585216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060" y="1904512"/>
            <a:ext cx="269199" cy="269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 microcontroller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508760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1124" y="1746504"/>
            <a:ext cx="585216" cy="585216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32" y="1904512"/>
            <a:ext cx="269199" cy="2691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NEO-6M GPS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02152" y="2926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GY-NEO6MV2 breakout module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27064" y="1508760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83196" y="1746504"/>
            <a:ext cx="585216" cy="585216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04" y="1904512"/>
            <a:ext cx="269199" cy="2691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GSM/GPRS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64224" y="2926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AT-command SMS alert engine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89136" y="1508760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5268" y="1746504"/>
            <a:ext cx="585216" cy="585216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276" y="1904512"/>
            <a:ext cx="269199" cy="2691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Li-ion Battery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26296" y="2926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3.7V, 2200mAh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867912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59052" y="4105656"/>
            <a:ext cx="585216" cy="585216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060" y="4263664"/>
            <a:ext cx="269199" cy="2691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28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Module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52852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+ battery protection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64992" y="3867912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21124" y="4105656"/>
            <a:ext cx="585216" cy="585216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132" y="4263664"/>
            <a:ext cx="269199" cy="2691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02152" y="4828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+ Buck Regulators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02152" y="52852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rail (logic) + 4V/2A rail (GSM)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27064" y="3867912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83196" y="4105656"/>
            <a:ext cx="585216" cy="585216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1204" y="4263664"/>
            <a:ext cx="269199" cy="26919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64224" y="4828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64224" y="52852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audible/visual indication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89136" y="3867912"/>
            <a:ext cx="2697480" cy="2194560"/>
          </a:xfrm>
          <a:prstGeom prst="rect">
            <a:avLst>
              <a:gd name="adj" fmla="val 4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145268" y="4105656"/>
            <a:ext cx="585216" cy="585216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3276" y="4263664"/>
            <a:ext cx="269199" cy="26919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26296" y="4828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+ Wiring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26296" y="52852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platform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029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Bill of Materials with approximate costs: hardware/BOM.md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1920944"/>
          </a:xfrm>
          <a:prstGeom prst="rect">
            <a:avLst>
              <a:gd name="adj" fmla="val 380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repo_build/Smart-GPS-Geofencing-System/hardware/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1155680" cy="164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566864"/>
            <a:ext cx="3474720" cy="914400"/>
          </a:xfrm>
          <a:prstGeom prst="rect">
            <a:avLst>
              <a:gd name="adj" fmla="val 10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3731456"/>
            <a:ext cx="585216" cy="585216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20" y="3889464"/>
            <a:ext cx="269199" cy="2691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676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371600" y="3987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→ Arduino → GSM → SMS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4343400" y="3566864"/>
            <a:ext cx="3474720" cy="914400"/>
          </a:xfrm>
          <a:prstGeom prst="rect">
            <a:avLst>
              <a:gd name="adj" fmla="val 10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07992" y="3731456"/>
            <a:ext cx="585216" cy="585216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000" y="3889464"/>
            <a:ext cx="269199" cy="2691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3676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Subsystem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212080" y="3987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regulated rails: 5V logic / ~4V GSM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8183880" y="3566864"/>
            <a:ext cx="3474720" cy="914400"/>
          </a:xfrm>
          <a:prstGeom prst="rect">
            <a:avLst>
              <a:gd name="adj" fmla="val 10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48472" y="3731456"/>
            <a:ext cx="585216" cy="585216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80" y="3889464"/>
            <a:ext cx="269199" cy="2691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3676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052560" y="3987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Haversine geofence logic</a:t>
            </a:r>
            <a:endParaRPr lang="en-US" sz="980" dirty="0"/>
          </a:p>
        </p:txBody>
      </p:sp>
      <p:sp>
        <p:nvSpPr>
          <p:cNvPr id="21" name="Text 1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Wiring &amp; Power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7254338" cy="5029200"/>
          </a:xfrm>
          <a:prstGeom prst="rect">
            <a:avLst>
              <a:gd name="adj" fmla="val 145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repo_build/Smart-GPS-Geofencing-System/hardware/Circui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7071458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94418" y="1508760"/>
            <a:ext cx="3809902" cy="4846320"/>
          </a:xfrm>
          <a:prstGeom prst="rect">
            <a:avLst>
              <a:gd name="adj" fmla="val 1920"/>
            </a:avLst>
          </a:prstGeom>
          <a:solidFill>
            <a:srgbClr val="FFF3E0"/>
          </a:solidFill>
          <a:ln/>
        </p:spPr>
      </p:sp>
      <p:sp>
        <p:nvSpPr>
          <p:cNvPr id="7" name="Text 4"/>
          <p:cNvSpPr/>
          <p:nvPr/>
        </p:nvSpPr>
        <p:spPr>
          <a:xfrm>
            <a:off x="8123018" y="1691640"/>
            <a:ext cx="33527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FIXES APPLIED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77298" y="21488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302" y="2227844"/>
            <a:ext cx="134600" cy="13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88778" y="2093976"/>
            <a:ext cx="2986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~4.0V / 2A-capable rail for SIM800L — not shared with Arduino's 5V logic supply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8077298" y="29900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302" y="3069092"/>
            <a:ext cx="134600" cy="134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88778" y="2935224"/>
            <a:ext cx="2986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1000µF low-ESR capacitor placed directly across SIM800L VCC–GND to absorb current bursts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8077298" y="383133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302" y="3910340"/>
            <a:ext cx="134600" cy="134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88778" y="3776472"/>
            <a:ext cx="2986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10kΩ/20kΩ voltage divider levels the Arduino's 5V TX down to SIM800L-safe logic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8077298" y="467258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302" y="4751588"/>
            <a:ext cx="134600" cy="134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88778" y="4617720"/>
            <a:ext cx="2986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TP4056 module adds over-charge / over-discharge / short-circuit battery protection</a:t>
            </a:r>
            <a:endParaRPr lang="en-US" sz="1080" dirty="0"/>
          </a:p>
        </p:txBody>
      </p:sp>
      <p:sp>
        <p:nvSpPr>
          <p:cNvPr id="20" name="Shape 13"/>
          <p:cNvSpPr/>
          <p:nvPr/>
        </p:nvSpPr>
        <p:spPr>
          <a:xfrm>
            <a:off x="8077298" y="551383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302" y="5592836"/>
            <a:ext cx="134600" cy="134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88778" y="5458968"/>
            <a:ext cx="2986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correctly documented as GSM/GPRS — not "Bluetooth" as mis-stated in the original report</a:t>
            </a:r>
            <a:endParaRPr lang="en-US" sz="1080" dirty="0"/>
          </a:p>
        </p:txBody>
      </p:sp>
      <p:sp>
        <p:nvSpPr>
          <p:cNvPr id="23" name="Text 15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6791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NMEA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NEO-6M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331012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95728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67228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812" y="267919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3320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468880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Fix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468880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TinyGPS++ extracts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 / validity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31012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288536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60036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267919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96128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361688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Calc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361688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geofence centre</a:t>
            </a:r>
            <a:endParaRPr lang="en-US" sz="9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31012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81344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752844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428" y="2679192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88936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254496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Radius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254496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 radius ?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/ OUTSIDE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4696" y="3310128"/>
            <a:ext cx="23774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074152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8645652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6236" y="2679192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81744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8147304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Change?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8147304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last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alerted state</a:t>
            </a:r>
            <a:endParaRPr lang="en-US" sz="9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3310128"/>
            <a:ext cx="237744" cy="237744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966960" y="2377440"/>
            <a:ext cx="1691640" cy="2103120"/>
          </a:xfrm>
          <a:prstGeom prst="rect">
            <a:avLst>
              <a:gd name="adj" fmla="val 54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10538460" y="2578608"/>
            <a:ext cx="548640" cy="548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9044" y="2679192"/>
            <a:ext cx="347472" cy="34747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1274552" y="2450592"/>
            <a:ext cx="310896" cy="31089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30"/>
          <p:cNvSpPr/>
          <p:nvPr/>
        </p:nvSpPr>
        <p:spPr>
          <a:xfrm>
            <a:off x="10040112" y="32461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SMS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10040112" y="3639312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crossing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502920" y="4937760"/>
            <a:ext cx="11155680" cy="1051560"/>
          </a:xfrm>
          <a:prstGeom prst="rect">
            <a:avLst>
              <a:gd name="adj" fmla="val 6957"/>
            </a:avLst>
          </a:prstGeom>
          <a:solidFill>
            <a:srgbClr val="E3F2FD"/>
          </a:solidFill>
          <a:ln/>
        </p:spPr>
      </p:sp>
      <p:sp>
        <p:nvSpPr>
          <p:cNvPr id="46" name="Text 33"/>
          <p:cNvSpPr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logic: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 tracks the state for which an SMS was last sent (lastAlertedAs) and only fires a new SMS when the current state genuinely differs from it — preventing thousands of redundant messages while the device sits on either side of the boundary.</a:t>
            </a:r>
            <a:endParaRPr lang="en-US" sz="1200" dirty="0"/>
          </a:p>
        </p:txBody>
      </p:sp>
      <p:sp>
        <p:nvSpPr>
          <p:cNvPr id="47" name="Text 34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Firmware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375553" cy="5257800"/>
          </a:xfrm>
          <a:prstGeom prst="rect">
            <a:avLst>
              <a:gd name="adj" fmla="val 21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repo_build/Smart-GPS-Geofencing-System/hardware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192673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44233" y="1508760"/>
            <a:ext cx="7460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corrections vs. the original report: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244233" y="2011680"/>
            <a:ext cx="329184" cy="329184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2" y="2100560"/>
            <a:ext cx="151425" cy="1514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1433" y="1965960"/>
            <a:ext cx="7002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signal-loss handling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701433" y="2267712"/>
            <a:ext cx="7002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last known state and retries instead of guessing on a lost fix.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44233" y="3017520"/>
            <a:ext cx="329184" cy="329184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112" y="3106400"/>
            <a:ext cx="151425" cy="1514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1433" y="2971800"/>
            <a:ext cx="7002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Haversine-based decision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701433" y="3273552"/>
            <a:ext cx="7002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distance math replaces an undefined comparison in the original flow.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244233" y="4023360"/>
            <a:ext cx="329184" cy="329184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112" y="4112240"/>
            <a:ext cx="151425" cy="1514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1433" y="3977640"/>
            <a:ext cx="7002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state machine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701433" y="4279392"/>
            <a:ext cx="7002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fires only on a genuine boundary transition.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244233" y="5029200"/>
            <a:ext cx="329184" cy="329184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12" y="5118080"/>
            <a:ext cx="151425" cy="1514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1433" y="4983480"/>
            <a:ext cx="7002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ACK + retry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701433" y="5285232"/>
            <a:ext cx="7002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 with logged failures instead of a silent, unchecked send.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Calculation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331720"/>
          </a:xfrm>
          <a:prstGeom prst="rect">
            <a:avLst>
              <a:gd name="adj" fmla="val 3137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20240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haversineDistanceMeters(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lat1, double lon1,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lat2, double lon2) {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double R = 6371000.0;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dLat = radians(lat2 - lat1);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dLon = radians(lon2 - lon1);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 = sin(dLat/2)*sin(dLat/2) +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cos(radians(lat1))*cos(radians(lat2))*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sin(dLon/2)*sin(dLon/2);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c = 2*atan2(sqrt(a), sqrt(1-a));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 * c;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State Transition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2331720"/>
          </a:xfrm>
          <a:prstGeom prst="rect">
            <a:avLst>
              <a:gd name="adj" fmla="val 3137"/>
            </a:avLst>
          </a:prstGeom>
          <a:solidFill>
            <a:srgbClr val="1E1E1E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96596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(currentState == lastAlertedAs) {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change -&gt; suppress duplicate SMS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Genuine transition -&gt; send ONE SMS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sent = sendSMSWithRetry(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ALERT_PHONE_NUMBER, message,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SMS_MAX_RETRIES);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(sent) {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lastAlertedAs = currentState;</a:t>
            </a:r>
            <a:endParaRPr lang="en-US" sz="10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sketch: software/Smart_GPS_Geofencing.ino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800600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54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TinyGPS++: 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NMEA sentences into latitude / longitude / fix validity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257800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114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SoftwareSerial:  </a:t>
            </a:r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virtual UARTs (GPS + GSM) since Nano has only one hardware UART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Build &amp; Sample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331720"/>
          </a:xfrm>
          <a:prstGeom prst="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home/claude/repo_build/Smart-GPS-Geofencing-System/images/project_setu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764" y="1536192"/>
            <a:ext cx="3045272" cy="196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502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hardware build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486400" cy="2331720"/>
          </a:xfrm>
          <a:prstGeom prst="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8" name="Image 1" descr="/home/claude/repo_build/Smart-GPS-Geofencing-System/images/gps_satellite_connec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32" y="1536192"/>
            <a:ext cx="4517776" cy="1965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3502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satellite acquisition test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4023360"/>
            <a:ext cx="5486400" cy="2331720"/>
          </a:xfrm>
          <a:prstGeom prst="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11" name="Image 2" descr="/home/claude/repo_build/Smart-GPS-Geofencing-System/images/output_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364" y="4096512"/>
            <a:ext cx="3230072" cy="1965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062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inside geofence*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17920" y="4023360"/>
            <a:ext cx="5486400" cy="2331720"/>
          </a:xfrm>
          <a:prstGeom prst="rect">
            <a:avLst>
              <a:gd name="adj" fmla="val 313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3" descr="/home/claude/repo_build/Smart-GPS-Geofencing-System/images/output_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084" y="4096512"/>
            <a:ext cx="3230072" cy="1965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6062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outside geofence*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02920" y="6464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Serial Monitor outputs are illustrative mock-ups of the expected log format — see results/output_analysis.md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1371600"/>
          </a:xfrm>
          <a:prstGeom prst="rect">
            <a:avLst>
              <a:gd name="adj" fmla="val 6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20930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Internet-Free Alerting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848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only 2G GSM signal — no Wi-Fi, mobile data, or app required on the tracked side.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40680" cy="1371600"/>
          </a:xfrm>
          <a:prstGeom prst="rect">
            <a:avLst>
              <a:gd name="adj" fmla="val 6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22" y="20930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19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Spam-Free SMS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0848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per genuine crossing keeps SIM balance and the recipient's inbox under control.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154680"/>
            <a:ext cx="5440680" cy="1371600"/>
          </a:xfrm>
          <a:prstGeom prst="rect">
            <a:avLst>
              <a:gd name="adj" fmla="val 6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20440"/>
            <a:ext cx="640080" cy="64008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2" y="36932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19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Latency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6850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math runs entirely on-device — no round-trip to a backend.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154680"/>
            <a:ext cx="5440680" cy="1371600"/>
          </a:xfrm>
          <a:prstGeom prst="rect">
            <a:avLst>
              <a:gd name="adj" fmla="val 6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22" y="369326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319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&amp; Portable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0" y="36850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Breadboard-friendly, battery-powered build at roughly ₹1,300–₹2,000 in parts.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4754880"/>
            <a:ext cx="5440680" cy="1371600"/>
          </a:xfrm>
          <a:prstGeom prst="rect">
            <a:avLst>
              <a:gd name="adj" fmla="val 6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512064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2" y="529346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919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Power Design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54480" y="52852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SIM800L rail, bulk capacitor, and battery protection prevent brown-outs.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Future Enhancements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9065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78308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90652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3048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Attendance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256032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26837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9848" y="2587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Notifications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246120" y="256032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564" y="2683764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13048" y="25877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Controls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3461004"/>
            <a:ext cx="210312" cy="2103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9848" y="3364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Asset Management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3246120" y="333756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9564" y="3461004"/>
            <a:ext cx="210312" cy="2103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13048" y="3364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/ Personal Safety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080760" y="1417320"/>
            <a:ext cx="0" cy="484632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524" y="1906524"/>
            <a:ext cx="210312" cy="2103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22008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simultaneous geofences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524" y="2683764"/>
            <a:ext cx="210312" cy="21031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22008" y="2587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 / dashboard via GPRS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524" y="3461004"/>
            <a:ext cx="210312" cy="21031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922008" y="3364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band to reduce boundary jitter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6355080" y="411480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8524" y="4238244"/>
            <a:ext cx="210312" cy="21031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922008" y="4142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Solar-assisted charging circuit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6355080" y="4892040"/>
            <a:ext cx="457200" cy="457200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8524" y="5015484"/>
            <a:ext cx="210312" cy="21031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922008" y="49194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ESP32 for native Wi-Fi / BLE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R. Prasadh, “Geofencing Application using IRNSS/NavIC,” CONIT 2022.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R. Shinde, “Geofencing-Based Attendance System for Mobile Applications,” ICETET-SIP 2022.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K. S. Yamuna, “Human Safety Using GPS and Geofencing,” ICSES 2024.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12700">
            <a:solidFill>
              <a:srgbClr val="2A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697480"/>
            <a:ext cx="731520" cy="731520"/>
          </a:xfrm>
          <a:prstGeom prst="ellipse">
            <a:avLst/>
          </a:prstGeom>
          <a:solidFill>
            <a:srgbClr val="1628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510" y="28949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36118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0" y="434340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Pavan Shetty H 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0" y="56235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Electronics &amp; Communication  •  AIT, Chikkamagaluru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0" y="59893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GPS Geofencing System — Embedded Systems Mini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GPS Geofencing System</dc:title>
  <dc:subject>PptxGenJS Presentation</dc:subject>
  <dc:creator>Pavan Shetty H S</dc:creator>
  <cp:lastModifiedBy>Pavan Shetty H S</cp:lastModifiedBy>
  <cp:revision>1</cp:revision>
  <dcterms:created xsi:type="dcterms:W3CDTF">2026-06-25T03:21:50Z</dcterms:created>
  <dcterms:modified xsi:type="dcterms:W3CDTF">2026-06-25T03:21:50Z</dcterms:modified>
</cp:coreProperties>
</file>